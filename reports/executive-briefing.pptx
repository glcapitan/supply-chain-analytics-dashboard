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E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E3D"/>
                </a:solidFill>
                <a:latin typeface="Arial"/>
              </a:rPr>
              <a:t>Revenue mix by category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7706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Grocery</c:v>
                </c:pt>
                <c:pt idx="2">
                  <c:v>Household</c:v>
                </c:pt>
                <c:pt idx="3">
                  <c:v>Personal Care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24</c:v>
                </c:pt>
                <c:pt idx="2">
                  <c:v>19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E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E3D"/>
                </a:solidFill>
                <a:latin typeface="Arial"/>
              </a:rPr>
              <a:t>SKU count by Days of Supply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0–30 days</c:v>
                  </c:pt>
                  <c:pt idx="1">
                    <c:v>30–60 days</c:v>
                  </c:pt>
                  <c:pt idx="2">
                    <c:v>60–90 days</c:v>
                  </c:pt>
                  <c:pt idx="3">
                    <c:v>90–180 days</c:v>
                  </c:pt>
                  <c:pt idx="4">
                    <c:v>&gt;180 days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6</c:v>
                </c:pt>
                <c:pt idx="3">
                  <c:v>16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42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financial impact, and a 90-day rebalancing plan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73152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29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Erwin Glenn L. Capitan II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 – May 2027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Leadership, Inventory Planning, Finance,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telling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</a:rPr>
              <a:t>THE STORY IN ONE SENTENCE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business is not failing on demand — it has an inventory imbalance: revenue is concentrated in Electronics, while too much working capital is trapped in slow-moving categories. The recommended action is to protect fast movers, pause excess replenishment, mark down slow movers, and audit adjustment events.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9476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194767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243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$715K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302666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Total sales (period)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22783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</a:rPr>
              <a:t>-11.3%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46604" y="2514600"/>
            <a:ext cx="19476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6604" y="2514600"/>
            <a:ext cx="194767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2683764" y="26243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40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83764" y="302666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SKUs overstocked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83764" y="322783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</a:rPr>
              <a:t>&gt;90 days cover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36008" y="2514600"/>
            <a:ext cx="19476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2514600"/>
            <a:ext cx="194767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26243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~$95K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73168" y="302666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Working capital trapped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322783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</a:rPr>
              <a:t>in slow movers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25412" y="2514600"/>
            <a:ext cx="19476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5412" y="2514600"/>
            <a:ext cx="194767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862572" y="26243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SKU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62572" y="302666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At genuine stockout risk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62572" y="322783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</a:rPr>
              <a:t>vs perceived crisis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03320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7947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BEING ASKED FOR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3995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90-day inventory rebalancing program. Expected outcome: recover an estimated $50K–$70K of trapped working capital while protecting service levels on fast-moving SKUs.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STATE OF THE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worth leadership attention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40233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81912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554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concentrated, not failing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-11.3% YoY, but Electronics is 42% of revenue — the underlying issue is category-mix dependency.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0233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1581912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1554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is trapped in slow movers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07568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40 SKUs are sitting on more than 90 days of cover. Estimated $95K of working capital exposure.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40233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24612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218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drifting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3989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adjustment events in the period — operationally small, but a signal worth auditing before it grows.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081528"/>
            <a:ext cx="40233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324612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67528" y="3218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reframe: overstock, not stockout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73989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SKU is at genuine stockout risk. The replenishment-urgency narrative was based on the wrong metric.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FINDING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concentrated, not failing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0" y="16916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$715K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change 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-11.3%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share 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($304K)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 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 ($61K)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324612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324612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337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54880" y="35387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 masks the real risk. Demand isn't broadly collapsing — it's narrowing. If Electronics softens, no other category is positioned to absorb the gap. The page-level recommendation is to protect Electronics service levels while rebuilding velocity in Household and Personal Care.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FINDING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is trapped in slow movers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4023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371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$95K calculation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09160" y="1691640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1691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Total on-hand inventory value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52360" y="1691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3D"/>
                </a:solidFill>
              </a:rPr>
              <a:t>$485K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984248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9842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Healthy coverage benchmark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52360" y="19842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3D"/>
                </a:solidFill>
              </a:rPr>
              <a:t>≤ 60 days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2276856"/>
            <a:ext cx="3977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2768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On-hand at healthy coverage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52360" y="2276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E3D"/>
                </a:solidFill>
              </a:rPr>
              <a:t>$390K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569464"/>
            <a:ext cx="3977640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25694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Excess (overstock exposure)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52360" y="25694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$95K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3154680"/>
            <a:ext cx="39776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09160" y="3154680"/>
            <a:ext cx="54864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32461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CAPITAL — $50K TO $70K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92040" y="344728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as excess inventory value ($95K) × expected recovery rate of 50%–70%. Recovery comes from markdown cash + replenishment-pause avoidance. The range reflects uncertainty in markdown depth needed to clear aged stock.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FINDING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drifting — small now, worth watching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974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270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63,909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events processed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23260" y="1417320"/>
            <a:ext cx="26974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3260" y="1417320"/>
            <a:ext cx="5486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06140" y="15270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111K / 110.9K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0614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Replenished / Sold units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6974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41732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5270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events flagged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Movement flows are functional.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Sales and replenishment are roughly balanced (+826 net units across the period), which is consistent with a stable network rather than a runaway one.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Adjustments are non-zero.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145 manual adjustment events in the period is small in absolute terms but the right thing to audit before it grows. Manual adjustments are how data integrity quietly degrades — by the time it shows up in headline metrics, it's expensive to unwind.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605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3616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cycle count audits on the highest-adjustment locations. Investigate any SKU with &gt;3 manual adjustments in a 30-day window.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FINDING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 — overstock, not stockout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THE PERCEIVED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Original metric: 41.6% of SKUs flagged "low stock". Drove urgency toward replenishment.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THE ACTUAL PROBLEM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Refined metric: 24 of 40 SKUs &gt;90 days cover. Only 1 SKU at genuine stockout risk.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THE CONVERSATION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355848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the perceived problem (more replenishment) would have made the overstock condition worse and burned more cash. The dashboard now tracks both directions explicitly — low-stock and overstock — so the conversation doesn't default to one or the other. The dominant business risk in this period is overstock, and that's where capital should be redirected.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FINANCIAL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at stake and what's recoverable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</a:rPr>
              <a:t>EXPOSURE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Excess inventory value above the 60-day coverage benchmark.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6140" y="141732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6140" y="1417320"/>
            <a:ext cx="269748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406140" y="14173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</a:rPr>
              <a:t>CARRYING COST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330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~$14K/yr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4330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Estimated holding cost on excess at 15% annualized (storage, capital, obsolescence).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141732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417320"/>
            <a:ext cx="269748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4173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</a:rPr>
              <a:t>RECOVERABLE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$50K–$70K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92240" y="2286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Within 90 days, assuming 50%–70% recovery rate on markdown-and-pause actions.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822960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089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1E3D"/>
                </a:solidFill>
              </a:rPr>
              <a:t>Exposure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</a:rPr>
              <a:t>= On-hand inventory value − (units sold per day × 60-day coverage benchmark × unit cost), summed across SKUs with DoS &gt;60 days.</a:t>
            </a:r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1E3D"/>
                </a:solidFill>
              </a:rPr>
              <a:t>Carrying cost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</a:rPr>
              <a:t>= Exposure × 15% annualized holding rate (industry-standard composite: ~6% storage, ~5% cost of capital, ~4% obsolescence).</a:t>
            </a:r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A1A1A"/>
                </a:solidFill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1E3D"/>
                </a:solidFill>
              </a:rPr>
              <a:t>Recoverable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</a:rPr>
              <a:t>= Exposure × recovery rate (50% conservative, 70% upside). Reflects realistic markdown depth required to clear aged stock plus avoided replenishment spend.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RECOMMENDED ACTIONS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action register — formal language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286000" cy="411480"/>
          </a:xfrm>
          <a:prstGeom prst="rect">
            <a:avLst/>
          </a:prstGeom>
          <a:solidFill>
            <a:srgbClr val="0F1E3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2743200" cy="411480"/>
          </a:xfrm>
          <a:prstGeom prst="rect">
            <a:avLst/>
          </a:prstGeom>
          <a:solidFill>
            <a:srgbClr val="0F1E3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1645920" cy="411480"/>
          </a:xfrm>
          <a:prstGeom prst="rect">
            <a:avLst/>
          </a:prstGeom>
          <a:solidFill>
            <a:srgbClr val="0F1E3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1371600"/>
            <a:ext cx="1554480" cy="411480"/>
          </a:xfrm>
          <a:prstGeom prst="rect">
            <a:avLst/>
          </a:prstGeom>
          <a:solidFill>
            <a:srgbClr val="0F1E3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42048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&gt; 180 days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178308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Liquidate / Discontinue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7830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SKUs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0" y="178308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194560"/>
            <a:ext cx="22860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90–180 days, velocity &gt; 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0" y="2194560"/>
            <a:ext cx="27432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Promo Clearance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0" y="2194560"/>
            <a:ext cx="1645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SKUs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2194560"/>
            <a:ext cx="15544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260604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60–90 days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0" y="260604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Replenishment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0" y="260604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SKUs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0" y="260604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Planning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017520"/>
            <a:ext cx="22860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&lt; 14 days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0" y="3017520"/>
            <a:ext cx="27432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5292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Replenishment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0" y="3017520"/>
            <a:ext cx="1645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SKU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32320" y="3017520"/>
            <a:ext cx="15544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42048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Planning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342900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manual adjustments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0" y="342900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52928" y="3429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 Audit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0" y="342900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6128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locations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132320" y="342900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02336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41148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LANGUAGE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labels are intentionally formal supply chain terms — not internal shorthand. They map cleanly to operational systems and to merchandising's existing markdown workflow.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30-DAY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Owners  ·  Inventory Planning · Merchandising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373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replenishment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On the 6 SKUs with 60–90 days cover and the 16 SKUs with 90–180 days cover. Frees up immediate purchasing budget.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06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14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markdown wave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88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Targeted at the 16 mid-overstock SKUs. Aggressive enough to clear, not so deep that margin disappears.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474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383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fast-mover replenishment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657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Protect the 1 SKU at genuine stockout risk. No service-level slip on Electronics.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49884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$20K–$25K cash recovery in 30 days.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60-DAY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tail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Owners  ·  Merchandising · Operations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373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Liquidate the deepest tail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Execute on the 8 SKUs with &gt;180 days cover. Discontinue from the active assortment after clearance.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06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14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 audit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88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Investigate the 3 highest-adjustment locations. Resolve root cause of the 145 adjustment events.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474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383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Household / Personal Care velocity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657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Trial promotional support on category-laggard SKUs to reduce Electronics dependency.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49884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cumulative $35K–$50K cash recovery.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90-DAY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stick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Owners  ·  Inventory Planning · Finance · BI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373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coverage policy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Bake the 60-day coverage benchmark into the replenishment system as default. Exceptions reviewed monthly.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06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14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monthly review cadence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88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Use the dashboard's monthly review view as the canonical executive meeting input.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474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383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recoveries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657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Reconcile actual cash recovered against the $50K–$70K estimate. Adjust methodology with what was learned.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49884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cumulative $50K–$70K cash recovery + ongoing prevention.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RISK OF INACTION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we do nothing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46304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57400" y="14173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$1K–$2K additional carrying cost. Aged SKUs deepen into clearance-only territory.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58568"/>
            <a:ext cx="146304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5856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25856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First overstock SKUs hit the year-end shelf. Markdown depth needed grows from 20% to 40%+.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99816"/>
            <a:ext cx="146304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99816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309981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$95K exposure compounds with new Q1 replenishment cycle. Recoverable range narrows from $50K–$70K to $20K–$30K.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41064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41064"/>
            <a:ext cx="146304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4106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394106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Inventory planning team loses credibility when the same SKUs appear on next year's review. Underlying issue persists.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Network Review  ·  Confidential Executive Briefing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BF24"/>
                </a:solidFill>
              </a:rPr>
              <a:t>DECISION REQUIRED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90-day rebalancing program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3152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Three approvals being requested: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Authorize markdown wave 1 (up to 20% on 16 mid-overstock SKUs).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Authorize replenishment pause on 22 SKUs (combined 60–180 day cover band).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657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Endorse the dashboard as the canonical monthly inventory review surface.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C3D5"/>
                </a:solidFill>
              </a:rPr>
              <a:t>Prepared by Erwin Glenn L. Capitan II  ·  glcapitan007@gmail.com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Network Review — Executive Briefing</dc:title>
  <dc:subject>PptxGenJS Presentation</dc:subject>
  <dc:creator>Erwin Glenn L. Capitan II</dc:creator>
  <cp:lastModifiedBy>Erwin Glenn L. Capitan II</cp:lastModifiedBy>
  <cp:revision>1</cp:revision>
  <dcterms:created xsi:type="dcterms:W3CDTF">2026-05-11T02:58:59Z</dcterms:created>
  <dcterms:modified xsi:type="dcterms:W3CDTF">2026-05-11T02:58:59Z</dcterms:modified>
</cp:coreProperties>
</file>