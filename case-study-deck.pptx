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571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Dashboard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inventory data into executive 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73152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Erwin Glenn L. Capitan II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Analyst / Power BI Developer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glcapitan007@gmail.com  ·  linkedin.com/in/erwin-glenn-capitan-ii  ·  github.com/glcapitan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ENGAGEMENT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said stockouts. Finance said over-buying.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were looking at the same inventory but drawing opposite conclusions. The dashboard had to resolve the disagreement — not just visualize the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9748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974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omnichannel: 40 SKUs across 4 categories (Electronics, Grocery, Household, Personal Care), 4 brands, 3 channels (stores, DCs, web).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6140" y="1965960"/>
            <a:ext cx="269748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3406140" y="1965960"/>
            <a:ext cx="26974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363474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474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~57K sales transactions, ~17K daily inventory snapshots, ~64K movement events. Dec 2025 – May 2027.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965960"/>
            <a:ext cx="269748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26974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that resolves the Ops-vs-Finance disagreement and translates findings into a 90-day action plan.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an overstock problem, not a stockout problem. One SKU was at genuine stockout risk. Twenty-four were sitting on more than 90 days of cover.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 → Kimball star schema → Power BI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65960" cy="457200"/>
          </a:xfrm>
          <a:prstGeom prst="rect">
            <a:avLst/>
          </a:prstGeom>
          <a:solidFill>
            <a:srgbClr val="8B5E3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 from source files. Schema-on-read, no transformation.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32304" y="2331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42032" y="155448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542032" y="1554480"/>
            <a:ext cx="1965960" cy="4572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2542032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9192" y="21031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validated. 5-check DQ framework. Date parsing, dim integrity, movement-type normalization.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17136" y="2331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26864" y="155448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26864" y="1554480"/>
            <a:ext cx="196596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4626864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4024" y="21031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star schema. 3 dims, 4 facts, business definitions encoded (DoS, overstock thresholds). Exported as Parquet.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01968" y="2331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711696" y="1554480"/>
            <a:ext cx="1965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6711696" y="1554480"/>
            <a:ext cx="19659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6711696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48856" y="21031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14 tables, 109 columns, 101 DAX measures. Filter-aware narrative bands on every page.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0416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business logic (overstock thresholds, days-of-supply rules) into Gold keeps the DAX layer focused on measurement and presentation — not duplicated business definitions. The semantic model stays clean; analysts inherit consistent definitions.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star schema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9476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1920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640080" y="43616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4581144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4251960"/>
            <a:ext cx="1920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2514600" y="425196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2697480" y="43616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697480" y="4581144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4251960"/>
            <a:ext cx="1920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4572000" y="425196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4754880" y="43616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0" y="4581144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4251960"/>
            <a:ext cx="20574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6629400" y="425196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6812280" y="436168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folders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12280" y="458114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Inv / Stock / Mov / Narr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F4F1C9B-DC7E-BD01-35DF-B2FDFD535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923" y="1097280"/>
            <a:ext cx="6240642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pages, four audiences, one consistent skeleton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C7293"/>
                </a:solidFill>
              </a:rPr>
              <a:t>PAGE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Leadership · weekly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04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"What is the overall business risk?"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87752" y="1417320"/>
            <a:ext cx="2011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587752" y="141732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2724912" y="1554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C7293"/>
                </a:solidFill>
              </a:rPr>
              <a:t>PAGE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24912" y="1764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1305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Merchandising · Commercial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24912" y="2404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"What drives revenue?"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18304" y="1417320"/>
            <a:ext cx="2011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4718304" y="141732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4855464" y="1554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C7293"/>
                </a:solidFill>
              </a:rPr>
              <a:t>PAGE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55464" y="1764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55464" y="21305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Inventory Planning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5464" y="2404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"Where is cash trapped?"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417320"/>
            <a:ext cx="2011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6848856" y="141732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6986016" y="1554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C7293"/>
                </a:solidFill>
              </a:rPr>
              <a:t>PAGE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86016" y="1764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6016" y="21305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Operations · Logistics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86016" y="2404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"Is replenishment aligned with demand?"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82296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640080" y="32004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PAGE SKELETON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3401568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at top → narrative band (filter-aware describe-and-prescribe) → KPI strip → primary chart row → supporting visuals → methodology footer.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consistency is intentional: a user who learns one page can navigate any of them. The narrative band updates as filters change, so the text reflects what's specifically true for the current selection — not generic boilerplate.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PAGE 1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single-screen state of the network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01-executive-overview.png]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How healthy is the supply chain right now, and where should leadership look next?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24688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KPI strip with YoY context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Stock-risk distribution (low + over)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Sales-vs-DoS scatter — outlier finder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Filter-aware narrative + action band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3657600"/>
            <a:ext cx="34290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257800" y="365760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5440680" y="37490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MIXED SIGNAL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3950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sales improved month-over-month, but YTD remains below prior year. Translation: demand recovered slightly, the annual gap has not.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18" name="Picture 17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D7772A42-659F-606B-C726-8FB652E77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47091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PAGE 2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— what is carrying the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02-sales-analysis.png]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Which products and categories are driving revenue, and which are dragging?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24688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Monthly trend by category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Category share-of-mix bars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Top 10 + Slowest 10 with 30-day sparklines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MoM, QoQ, YoY comparators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3657600"/>
            <a:ext cx="3429000" cy="955548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257800" y="365760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5440680" y="37490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PAGE SHOWS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3950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42% of revenue ($304K) — single-category dependency. The Slowest 10 view surfaces clearance candidates earlier than category-level totals would.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AE323C-245C-1AAC-B920-3FB06B174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3188"/>
            <a:ext cx="45720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PAGE 3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 — where cash is trapped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03-inventory-analysis.png]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Where is working capital trapped, and which SKUs need action first?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24688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On-hand value + units + avg DoS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DoS tier distribution (0–30 / 30–90 / 90+)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SKU-level action register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Overstock vs low-stock split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3728546"/>
            <a:ext cx="3429000" cy="884601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257800" y="3752196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5440680" y="37490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REFRAME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3950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reframe lives. 24 of 40 SKUs are overstocked (&gt;90 days cover). 1 SKU is at genuine stockout risk. The page surfaces both directions so the conversation isn't one-sided.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4814789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D4999-3577-3F49-3797-40B2B50CE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21" y="1334860"/>
            <a:ext cx="4581579" cy="3099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PAGE 4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 Analysis — is replenishment aligned with demand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04-movements-analysis.png]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16002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Is inventory flowing in proportion to how it's flowing out — and what does adjustment volume say about data quality?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2331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26060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Replenish vs Sales vs Adjustments mix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Net change by category (build-up signal)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Adjustment audit list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Signal → Finding → Action 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3782150"/>
            <a:ext cx="34290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257800" y="370332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5440680" y="37947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SHOW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3995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 events processed cleanly. +826 unit net change — slow accumulation. 145 adjustments flagged for audit — small but non-zero data integrity signal.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B35D54-EBE3-F34B-5773-03BA055C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1664"/>
            <a:ext cx="4672584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THE REFRAME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Reorder Priorities to Overstock Risks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41148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Reorder Priorities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Implied story: </a:t>
            </a:r>
            <a:r>
              <a:rPr lang="en-US" sz="1100" dirty="0">
                <a:solidFill>
                  <a:srgbClr val="1A1A1A"/>
                </a:solidFill>
              </a:rPr>
              <a:t>we need to order more aggressively to avoid stockouts.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Drove urgency toward replenishment. Made Operations look right.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Reality check: only 1 SKU had genuine stockout exposure.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9776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97764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Overstock Risks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Sharpened story: </a:t>
            </a:r>
            <a:r>
              <a:rPr lang="en-US" sz="1100" dirty="0">
                <a:solidFill>
                  <a:srgbClr val="1A1A1A"/>
                </a:solidFill>
              </a:rPr>
              <a:t>the real money is trapped, not missing.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Drove discussion toward markdowns, pause-replenishment, and cash recovery.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Surfaced 24 SKUs &gt;90 days cover. Recoverable capital ~$50K–$70K.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70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didn't change. The analytical lens did. Cross-referencing inventory against sales velocity flipped the dashboard's most-used view — and became the project's primary value driver.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TECHNICAL DEPTH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 stays consistent and decision-oriented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658368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DAX measures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Organized into 5 display folders: Sales, Inventory, Stock Health, Movements, Narrative. Sample measures shown in appendix.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06140" y="141732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3406140" y="1417320"/>
            <a:ext cx="54864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3607308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Filter-aware narrative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7308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Each operational page has a Narrative + Action measure that updates as filters change. Text reflects what's true for the current selection.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41732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54864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6556248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Days-of-supply uses a trailing 30-day sales window, defended against incomplete first/last periods. No silent zeroes.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Helper-table-driven risk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The Movements page Signal→Finding→Action table is generated from a small disconnected helper table that maps thresholds to action text. Adding a new signal type means one row, not a measure rewrite. This pattern is reused for the executive briefing's SKU-level action register.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DAX APPENDIX · 1 OF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Filter-aware narrative measure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</a:rPr>
              <a:t>Generates the describe-and-prescribe text band on the Inventory page. Updates dynamically when filters change.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2240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795528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Narrative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_OverstockSKUs = [Overstock SKU Count]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_LowStockSKUs  = [Low Stock SKU Count]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_AvgDoS        = [Days of Supply (30D)]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_Capital       = [On-Hand Value]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_SelectedCat   = SELECTEDVALUE ( dim_product[category], "the network"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"Across " &amp; _SelectedCat &amp; ", " &amp; _OverstockSKUs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SKUs are carrying more than 90 days of cover, against "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_LowStockSKUs &amp; " SKUs running thin. "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"Average days of supply is " &amp; FORMAT ( _AvgDoS, "0" ) &amp; " days, "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"with " &amp; FORMAT ( _Capital, "$#,##0" ) &amp; " in on-hand value at risk of "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 _OverstockSKUs &gt; _LowStockSKUs, "markdown exposure.", "stockout exposure." 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dashboards say the same thing regardless of filter. This one explains the current selection — and shifts its conclusion based on which exposure dominates.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DAX APPENDIX · 2 OF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Days of Supply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</a:rPr>
              <a:t>Uses trailing 30-day sales to compute coverage. Defends against incomplete periods so the measure never silently divides by zero.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2240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795528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of Supply (30D)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_MaxDate     = MAX ( dim_date[Date]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_WindowStart = _MaxDate - 29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_WindowSales = CALCULATE ( [Units Sold],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DATESBETWEEN ( dim_date[Date], _WindowStart, _MaxDate )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_DailyRate   = DIVIDE ( _WindowSales, 30 )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_OnHand      = [On-Hand Units]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_DailyRate &gt; 0 &amp;&amp; NOT ISBLANK ( _OnHand 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DIVIDE ( _OnHand, _DailyRate 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BLANK ()    -- explicit blank, not a misleading zero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CODING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BLANK() when daily rate is zero (rather than a misleading 999 or 0) keeps DoS tier visualizations honest. SKUs with no recent sales are flagged separately, not buried in the long tail.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DAX APPENDIX · 3 OF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risk → recommended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</a:rPr>
              <a:t>Reads from a disconnected helper table mapping DoS tiers to formal supply chain action language. Adding a new tier is a row, not a measure rewrite.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2148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79552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Action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_DoS      = [Days of Supply (30D)]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_Velocity = [Units Sold (30D)]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 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ISBLANK ( _DoS )            , "Cycle Count Audit",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_DoS &gt; 180                  , "Liquidate / Discontinue",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_DoS &gt; 90  &amp;&amp; _Velocity &gt; 0 , "Markdown / Promo Clearance",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_DoS &gt; 60                   , "Pause Replenishment",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_DoS &lt; 14                   , "Expedite Replenishment",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"Hold"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CHOICE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labels use formal supply chain terminology — Liquidate, Markdown, Pause Replenishment, Cycle Count Audit — so the SKU register reads like an operations document, not a portfolio mock-up.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VALUE CREATED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3337560" cy="365760"/>
          </a:xfrm>
          <a:prstGeom prst="rect">
            <a:avLst/>
          </a:prstGeom>
          <a:solidFill>
            <a:srgbClr val="47556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2304288" y="1417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1371600"/>
            <a:ext cx="315468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5641848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1737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566928" y="17830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737360"/>
            <a:ext cx="3337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2304288" y="178308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sales, inventory, and movement records — three disconnected sources.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1737360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5641848" y="178308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star schema with consistent grain. 101 measures sharing one definitional layer.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1737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566928" y="2496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 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450592"/>
            <a:ext cx="3337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2304288" y="249631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low-stock count. Tone suggested a stockout problem.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450592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5641848" y="249631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Dual-direction stock risk: 24 SKUs &gt;90 days cover; 1 SKU at genuine stockout risk.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63824"/>
            <a:ext cx="1737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566928" y="320954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3163824"/>
            <a:ext cx="3337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2304288" y="3209544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list. Teams disagreed on the diagnosis.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3163824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5641848" y="320954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register with formal action language: Markdown, Liquidate, Pause Replenishment, Audit.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77056"/>
            <a:ext cx="1737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566928" y="392277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output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3877056"/>
            <a:ext cx="3337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Text 30"/>
          <p:cNvSpPr/>
          <p:nvPr/>
        </p:nvSpPr>
        <p:spPr>
          <a:xfrm>
            <a:off x="2304288" y="3922776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dumps interpreted ad-hoc.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3877056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/>
          <p:nvPr/>
        </p:nvSpPr>
        <p:spPr>
          <a:xfrm>
            <a:off x="5641848" y="39227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rebalancing roadmap with explicit financial impact methodology.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RETROSPECTIVE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takeaway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Reorder→Overstock reframe would have surfaced earlier if I'd been forcing myself to write the single-sentence takeaway at each modeling step, not after the dashboard was built.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date dimension up front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I added the Year-Month Key integer for sort order halfway through. Small refactor — but easier to design in than retrofit. Date dimensions deserve more thought on day 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crowded measure folders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2062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30 measures in one folder (03 Stock Health) is too many. Next build, I'll subdivide into 2–3 sub-folders by intent (exposure / scoring / tiers).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Case Study  ·  Erwin Glenn L. Capitan II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</a:rPr>
              <a:t>Happy to walk through any part of the build — including the parts that didn't work the first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73152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Erwin Glenn L. Capitan II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Analyst / Power BI Developer</a:t>
            </a:r>
            <a:endParaRPr lang="en-US" sz="1800" dirty="0"/>
          </a:p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0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glcapitan007@gmail.com</a:t>
            </a:r>
            <a:endParaRPr lang="en-US" sz="1800" dirty="0"/>
          </a:p>
          <a:p>
            <a:pPr marL="0" indent="0">
              <a:buNone/>
            </a:pPr>
            <a:r>
              <a:rPr lang="en-US" sz="10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linkedin.com/in/erwin-glenn-capitan-ii</a:t>
            </a:r>
            <a:endParaRPr lang="en-US" sz="1800" dirty="0"/>
          </a:p>
          <a:p>
            <a:pPr marL="0" indent="0">
              <a:buNone/>
            </a:pPr>
            <a:r>
              <a:rPr lang="en-US" sz="10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github.com/glcapitan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2219</Words>
  <Application>Microsoft Office PowerPoint</Application>
  <PresentationFormat>On-screen Show (16:9)</PresentationFormat>
  <Paragraphs>274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Dashboard — Case Study</dc:title>
  <dc:subject>PptxGenJS Presentation</dc:subject>
  <dc:creator>Erwin Glenn L. Capitan II</dc:creator>
  <cp:lastModifiedBy>ERWIN GLENN CAPITAN, II</cp:lastModifiedBy>
  <cp:revision>4</cp:revision>
  <dcterms:created xsi:type="dcterms:W3CDTF">2026-05-11T02:58:59Z</dcterms:created>
  <dcterms:modified xsi:type="dcterms:W3CDTF">2026-05-11T04:44:07Z</dcterms:modified>
</cp:coreProperties>
</file>